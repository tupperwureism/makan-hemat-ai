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400" b="1">
                <a:solidFill>
                  <a:srgbClr val="2563EB"/>
                </a:solidFill>
                <a:latin typeface="Arial"/>
              </a:defRPr>
            </a:pPr>
            <a:r>
              <a:t>WARUNGBUDGET AI (v2.0)</a:t>
            </a:r>
          </a:p>
          <a:p>
            <a:pPr>
              <a:spcAft>
                <a:spcPts val="800"/>
              </a:spcAft>
              <a:defRPr sz="2400" b="1">
                <a:solidFill>
                  <a:srgbClr val="1E293B"/>
                </a:solidFill>
                <a:latin typeface="Arial"/>
              </a:defRPr>
            </a:pPr>
            <a:r>
              <a:t>Solving Real Problems with AI Collaboration</a:t>
            </a:r>
          </a:p>
          <a:p>
            <a:pPr>
              <a:defRPr sz="1600">
                <a:solidFill>
                  <a:srgbClr val="64748B"/>
                </a:solidFill>
                <a:latin typeface="Arial"/>
              </a:defRPr>
            </a:pPr>
            <a:r>
              <a:t>Aplikasi Rekomendasi Makanan Ekonomis Mahasiswa Kos Tembalang Berbasis Peta Lokasi &amp; Database Dinamis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TUGAS BESAR - KELOMPOK AI FOR REAL IMPACT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Anggota Kelompok:</a:t>
            </a:r>
            <a:br/>
            <a:r>
              <a:t>[Nama Anda] (NIM) | [Nama Anggota] (NIM) | [Nama Anggota] (NIM)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Latar Belakang &amp; Urgensi Masalah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Arial"/>
              </a:defRPr>
            </a:pPr>
            <a:r>
              <a:t>Masalah Riil Mahasiswa Kos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Keterbatasan Budget Bulanan: Mahasiswa kos di kawasan Tembalang sering kesulitan membagi uang saku harian untuk konsumsi makan.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Pola Makan Tidak Sehat: Untuk menghemat uang, mahasiswa beralih ke mie instan atau makanan cepat saji murah yang minim nutrisi.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Kurangnya Informasi Lokasi: Banyak warung makan murah yang tersebar di gang-gang kecil Tembalang namun tidak terpetakan dengan jelas.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Dampak &amp; Mengapa Penting Diselesaikan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Penurunan Imun dan Konsentrasi: Pola konsumsi yang buruk berdampak langsung pada performa akademis dan kesehatan fisik.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Pengelolaan Keuangan yang Buruk: Tanpa asisten pengingat/kalkulator budget harian, uang saku habis sebelum akhir bulan.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Target Pengguna Spesifik: Mahasiswa rantau (kos) di area Tembalang yang membutuhkan panduan praktis kuliner hemat &amp; sehat.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Ide Solusi: WarungBudget AI v2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Arial"/>
              </a:defRPr>
            </a:pPr>
            <a:r>
              <a:t>Transformasi dari web statis v1 menjadi asisten budgeting dinamis yang interaktif.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Kalkulator Budget Pintar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Membagi sisa anggaran Anda menjadi jatah sekali makan atau harian secara instan agar tidak mengalami defisit keuangan di akhir bulan.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Arial"/>
              </a:defRPr>
            </a:pPr>
            <a:r>
              <a:t>Peta Interaktif Leaflet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Menavigasi warung-warung makan murah terdekat secara visual di peta Tembalang, lengkap dengan harga menu dan kecocokan budget harian.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0312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Resep Masak Kos Sehat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Menyediakan resep alternatif berbiaya rendah dengan filter kandungan gizi tinggi protein/serat untuk dimasak sendiri di kamar kos.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Fitur Utama Aplikasi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1. Pengolah Anggaran Fleksibel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Pengguna memasukkan total budget yang dimiliki.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Memilih opsi durasi: Sekali Makan, Harian, atau Bulanan.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Arial"/>
              </a:defRPr>
            </a:pPr>
            <a:r>
              <a:t>2. Peta Lokasi &amp; Navigasi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Peta Leaflet interaktif yang menandai titik warung makan.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Popup peta menampilkan nama warung, menu, dan koordinat.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Arial"/>
              </a:defRPr>
            </a:pPr>
            <a:r>
              <a:t>3. Filter Pintar &amp; Detail Langkah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Filter gizi (Tinggi Protein, Banyak Sayur, Semurah Mungkin).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Modal instruksi resep (Alat, bahan, dan cara memasak).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4. CRUD Admin Panel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Admin dapat mengelola data makanan secara real-time.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Aksi: Tambah warung, edit menu, dan hapus resep kos.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Arsitektur &amp; Teknologi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UI/UX &amp; Frontend Framework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React &amp; TypeScript: Menghasilkan kode UI yang terstruktur dan aman.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Tailwind CSS: Menerapkan gaya modern Glassmorphism transparan yang responsif di ponsel/desktop.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Leaflet Maps: Menampilkan peta peta dinamis tanpa dependensi Google Maps API yang berbayar.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Arial"/>
              </a:defRPr>
            </a:pPr>
            <a:r>
              <a:t>Backend &amp; Serverless Server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TanStack Start: Meta-framework full-stack modern dengan File-based Routing dan Server Functions.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Database JSON Lokal (db.json): Solusi penyimpanan data ringkas di tingkat server untuk mempercepat load time.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Vercel Hosting: Deploy otomatis ke serverless cloud Vercel menggunakan Nitro preset Vercel.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Pemanfaatan Collaborative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92608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Aktivitas Pengembangan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45920"/>
            <a:ext cx="274320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Tools AI yang Digunakan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Peran dan Output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292608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E293B"/>
                </a:solidFill>
                <a:latin typeface="Arial"/>
              </a:defRPr>
            </a:pPr>
            <a:r>
              <a:t>Brainstorming Ide &amp;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286000"/>
            <a:ext cx="274320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E293B"/>
                </a:solidFill>
                <a:latin typeface="Arial"/>
              </a:defRPr>
            </a:pPr>
            <a:r>
              <a:t>Gemini / ChatGPT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02920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Arial"/>
              </a:defRPr>
            </a:pPr>
            <a:r>
              <a:t>Merancang skema database makanan lokal (db.json)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292608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E293B"/>
                </a:solidFill>
                <a:latin typeface="Arial"/>
              </a:defRPr>
            </a:pPr>
            <a:r>
              <a:t>Desain &amp; Layout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3200400"/>
            <a:ext cx="274320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E293B"/>
                </a:solidFill>
                <a:latin typeface="Arial"/>
              </a:defRPr>
            </a:pPr>
            <a:r>
              <a:t>Tailwind v4 / Lovable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200400"/>
            <a:ext cx="502920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Arial"/>
              </a:defRPr>
            </a:pPr>
            <a:r>
              <a:t>Menyusun estetika glassmorphism dan toggle dark mode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292608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E293B"/>
                </a:solidFill>
                <a:latin typeface="Arial"/>
              </a:defRPr>
            </a:pPr>
            <a:r>
              <a:t>Pengembangan Kode (Coding)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4114800"/>
            <a:ext cx="274320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E293B"/>
                </a:solidFill>
                <a:latin typeface="Arial"/>
              </a:defRPr>
            </a:pPr>
            <a:r>
              <a:t>Antigravity AI / Cursor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114800"/>
            <a:ext cx="502920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Arial"/>
              </a:defRPr>
            </a:pPr>
            <a:r>
              <a:t>Membuat rute file-based /v2 dan Server Functions CRUD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292608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E293B"/>
                </a:solidFill>
                <a:latin typeface="Arial"/>
              </a:defRPr>
            </a:pPr>
            <a:r>
              <a:t>Penyelesaian Bug (Debugging)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5029200"/>
            <a:ext cx="274320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E293B"/>
                </a:solidFill>
                <a:latin typeface="Arial"/>
              </a:defRPr>
            </a:pPr>
            <a:r>
              <a:t>Claude / Antigravity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5029200"/>
            <a:ext cx="502920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Arial"/>
              </a:defRPr>
            </a:pPr>
            <a:r>
              <a:t>Memperbaiki error SSR Leaflet &amp; setelan preset Nitro Vercel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Validasi, Revisi, dan Refleksi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Arial"/>
              </a:defRPr>
            </a:pPr>
            <a:r>
              <a:t>Validasi &amp; Koreksi Output AI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Masalah SSR Leaflet (Error Window is Not Defined): AI meng-generate inisialisasi peta secara naif di root komponen. Kami memperbaikinya secara manual menggunakan lazy dynamic import di dalam useEffect agar inisialisasi hanya berjalan di browser.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Masalah 404 Vercel: Vercel mendeteksi aplikasi sebagai static Vite. Kami merevisi file konfigurasi vite.config.ts untuk secara aktif memaksa preset Vercel pada bundling Nitro server.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Refleksi Kolaborasi dengan AI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Efisiensi Kerja: AI berperan penting sebagai partner akselerasi ide dan penyedia template awal layout UI secara cepat.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Berpikir Kritis Manusia Tetap Utama: AI memiliki keterbatasan dalam memahami konteks runtime yang berbeda (SSR vs Client). Keahlian manusia diperlukan untuk memvalidasi, men-debug, dan memastikan integritas arsitektur kode.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'Don't start with AI. Start with a real problem worth solving.' - Kami berkolaborasi secara bijak dengan menaruh empati pada krisis finansial anak kos terlebih dahulu.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